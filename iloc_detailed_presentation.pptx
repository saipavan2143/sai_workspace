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8000" b="1" dirty="0"/>
              <a:t>Pandas </a:t>
            </a:r>
            <a:r>
              <a:rPr sz="8000" b="1" dirty="0" err="1"/>
              <a:t>iloc</a:t>
            </a:r>
            <a:endParaRPr sz="8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sz="2800" b="1" dirty="0"/>
              <a:t>Integer location indexing</a:t>
            </a:r>
            <a:endParaRPr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iloc?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iloc = Integer-location indexing</a:t>
            </a:r>
          </a:p>
          <a:p>
            <a:r>
              <a:t>• Used to access rows/columns by number</a:t>
            </a:r>
          </a:p>
          <a:p>
            <a:r>
              <a:t>• Example: df.iloc[0] → First row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 Using iloc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df = pd.DataFrame({</a:t>
            </a:r>
          </a:p>
          <a:p>
            <a:r>
              <a:t>    'Name': ['Alice', 'Bob', 'Charlie'],</a:t>
            </a:r>
          </a:p>
          <a:p>
            <a:r>
              <a:t>    'Age': [25, 30, 35]</a:t>
            </a:r>
          </a:p>
          <a:p>
            <a:r>
              <a:t>})</a:t>
            </a:r>
          </a:p>
          <a:p>
            <a:endParaRPr/>
          </a:p>
          <a:p>
            <a:r>
              <a:t>print(df.iloc[1])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DataFrame Structure Diagram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of df.iloc[1]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    Bob</a:t>
            </a:r>
          </a:p>
          <a:p>
            <a:r>
              <a:t>Age     30</a:t>
            </a:r>
          </a:p>
          <a:p>
            <a:r>
              <a:t>Name: 1, dtype: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iloc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df.iloc[0] → First row</a:t>
            </a:r>
          </a:p>
          <a:p>
            <a:r>
              <a:t>• df.iloc[:, 1] → Entire Age column</a:t>
            </a:r>
          </a:p>
          <a:p>
            <a:r>
              <a:t>• df.iloc[0:2] → First two rows</a:t>
            </a:r>
          </a:p>
          <a:p>
            <a:r>
              <a:t>• df.iloc[2, 0] → Cell at row 2, column 0 (Charlie)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6A40-8ACE-443E-F90B-3824069E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ED287-93AE-1ABD-B305-E0CC04BE9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951406"/>
          </a:xfrm>
        </p:spPr>
      </p:pic>
    </p:spTree>
    <p:extLst>
      <p:ext uri="{BB962C8B-B14F-4D97-AF65-F5344CB8AC3E}">
        <p14:creationId xmlns:p14="http://schemas.microsoft.com/office/powerpoint/2010/main" val="3127227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165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Pandas iloc</vt:lpstr>
      <vt:lpstr>What is iloc?</vt:lpstr>
      <vt:lpstr>Example Code Using iloc</vt:lpstr>
      <vt:lpstr>DataFrame Structure Diagram</vt:lpstr>
      <vt:lpstr>Output of df.iloc[1]</vt:lpstr>
      <vt:lpstr>More iloc Examples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pavan</cp:lastModifiedBy>
  <cp:revision>2</cp:revision>
  <dcterms:created xsi:type="dcterms:W3CDTF">2013-01-27T09:14:16Z</dcterms:created>
  <dcterms:modified xsi:type="dcterms:W3CDTF">2025-12-03T16:03:24Z</dcterms:modified>
  <cp:category/>
</cp:coreProperties>
</file>